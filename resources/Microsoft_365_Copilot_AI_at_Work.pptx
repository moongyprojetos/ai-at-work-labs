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Microsoft 365 Copilot</a:t>
            </a:r>
          </a:p>
          <a:p>
            <a:pPr>
              <a:spcBef>
                <a:spcPts val="1200"/>
              </a:spcBef>
            </a:pPr>
            <a:r>
              <a:rPr sz="2500">
                <a:solidFill>
                  <a:srgbClr val="DCEBFA"/>
                </a:solidFill>
              </a:rPr>
              <a:t>Copilot dentro do Word, Excel, PowerPoint e Outlook</a:t>
            </a:r>
          </a:p>
          <a:p>
            <a:pPr>
              <a:spcBef>
                <a:spcPts val="2500"/>
              </a:spcBef>
            </a:pPr>
            <a:r>
              <a:rPr sz="1900">
                <a:solidFill>
                  <a:srgbClr val="FFFFFF"/>
                </a:solidFill>
              </a:rPr>
              <a:t>Capacidades • Limitações • Licenciamento • Custos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394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4D2EB"/>
                </a:solidFill>
              </a:rPr>
              <a:t>AI at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O que é o Microsoft 365 Copilot?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6E78"/>
                </a:solidFill>
              </a:rPr>
              <a:t>IA integrada às aplicações e ao contexto de trabalho do Microsoft 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30632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Word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Escrever, reescrever, resumir e trabalhar com documentos.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73152" cy="20116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39"/>
            <a:ext cx="30632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Excel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Analisar dados, identificar tendências e ajudar a criar visualizações.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73152" cy="2011680"/>
          </a:xfrm>
          <a:prstGeom prst="rect">
            <a:avLst/>
          </a:prstGeom>
          <a:solidFill>
            <a:srgbClr val="C8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39"/>
            <a:ext cx="30632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PowerPoint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Criar e transformar apresentações a partir de prompts e conteúdo.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840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3840480"/>
            <a:ext cx="73152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023360"/>
            <a:ext cx="30632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Outlook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Resumir threads, preparar respostas e ajudar na gestão do email.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73152" cy="1828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023360"/>
            <a:ext cx="30632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Teams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Apoiar reuniões, conversas e trabalho colaborativo.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Copilot Chat ≠ Microsoft 365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6E78"/>
                </a:solidFill>
              </a:rPr>
              <a:t>A experiência disponível depende da licença atribuída ao utilizador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73152" cy="4297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Copilot Chat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• Chat de IA para trabalho
• Pode usar web, ficheiros referenciados/carregados e contexto disponível
• Não oferece a mesma integração premium nas aplicações
• Não confundir com a experiência completa dentro do Word, Excel e PowerPoint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73152" cy="42976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Microsoft 365 Copilot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• Copilot integrado no Word, Excel, PowerPoint, Outlook e Teams
• Work IQ e contexto de trabalho
• Raciocínio para investigação e análise
• Agentes e capacidades premium
• Licença paga adicional em planos Enterprise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Word: onde o Copilot ajuda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Resumir um documento longo em pontos-chave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Reescrever um texto para um tom mais profissional, executivo ou simples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Criar um rascunho a partir de uma instrução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Extrair riscos, decisões, ações e temas de um documento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Transformar informação existente em estruturas mais claras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4800600"/>
            <a:ext cx="4023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4800600"/>
            <a:ext cx="73152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498348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Exemplo de prompt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“Resuma este documento em 5 pontos e destaque as ações pendentes.”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Excel: análise em linguagem natural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Perguntar pelos principais drivers de crescimento ou queda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Identificar tendências e outliers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Explorar dados sem começar necessariamente por fórmulas complexas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Criar ou sugerir visualizações para comunicar resultados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Gerar análises a partir da estrutura e contexto do workbook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4709160"/>
            <a:ext cx="4297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4709160"/>
            <a:ext cx="73152" cy="10515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4892040"/>
            <a:ext cx="38862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Exemplo de prompt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“Quais produtos tiveram a maior queda de vendas e porquê?”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PowerPoint: transformar conteúdo em apresentação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Criar uma apresentação a partir de conteúdo fornecido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Resumir uma apresentação para uma reunião executiva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Adicionar slides com base em novas instruções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Reorganizar e melhorar a narrativa da apresentação</a:t>
            </a:r>
          </a:p>
          <a:p>
            <a:pPr>
              <a:spcAft>
                <a:spcPts val="1200"/>
              </a:spcAft>
              <a:defRPr sz="2100" b="0">
                <a:solidFill>
                  <a:srgbClr val="232D37"/>
                </a:solidFill>
              </a:defRPr>
            </a:pPr>
            <a:r>
              <a:t>Adaptar o conteúdo para diferentes públicos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466344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4663440"/>
            <a:ext cx="73152" cy="1097280"/>
          </a:xfrm>
          <a:prstGeom prst="rect">
            <a:avLst/>
          </a:prstGeom>
          <a:solidFill>
            <a:srgbClr val="C8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4846320"/>
            <a:ext cx="3886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Exemplo de prompt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“Crie uma apresentação de 8 slides para a direção a partir deste documento.”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Limitações: Copilot não é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Pode produzir respostas ou números incorretos — valide o resultado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Qualidade do resultado depende do contexto e da qualidade dos dados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Permissões continuam a ser fundamentais: Copilot trabalha dentro do acesso do utilizador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Algumas funcionalidades dependem do tipo de licença e das configurações do administrador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Funcionalidades avançadas/agentes podem ter requisitos adicionais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Segurança: Copilot não deve ultrapassar permissões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73152" cy="3383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47091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Princípio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O Copilot usa o contexto e os conteúdos aos quais o utilizador tem acesso.
Ter Copilot não significa ganhar acesso automático a documentos de RH, Financeiro, SharePoint ou outros dados protegidos.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73152" cy="33832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091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Pergunta para a turma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“Se eu perguntar ao Copilot sobre um documento que não posso abrir, ele deve conseguir responder?”
→ Use esta pergunta para introduzir permissões, governance e oversharing.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Quanto custa?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6E78"/>
                </a:solidFill>
              </a:rPr>
              <a:t>Preços Microsoft Portugal consultados em 28/09/2026 • sem 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30632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Enterprise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Microsoft 365 Copilot
€26 / utilizador / mês
Pagamento anual
É necessária uma licença Microsoft 365 elegível.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30632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Business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Microsoft 365 Copilot para Empresas
A partir de €15,60 / utilizador / mês
Pagamento anual, conforme oferta/plano
Existem opções com Microsoft 365 + Copilot.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C8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00200"/>
            <a:ext cx="30632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Atenção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Não existe um único preço universal.
Plano, região, Teams/EEA, modalidade de pagamento e tipo de organização alteram o valor.
Verificar sempre a página oficial.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Fonte: Microsoft Portugal — páginas de preços do Microsoft 365 Copilot (28/09/2026)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Exemplo: impacto no orçamento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6E78"/>
                </a:solidFill>
              </a:rPr>
              <a:t>Usando €26/utilizador/mês como referência Enterprise, sem 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73152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30 utilizadores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€780 / mês
€9.360 / ano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554480"/>
            <a:ext cx="73152" cy="20116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100 utilizadores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€2.600 / mês
€31.200 / 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73152" cy="2011680"/>
          </a:xfrm>
          <a:prstGeom prst="rect">
            <a:avLst/>
          </a:prstGeom>
          <a:solidFill>
            <a:srgbClr val="C8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373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500 utilizadores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€13.000 / mês
€156.000 / 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2B49"/>
                </a:solidFill>
              </a:rPr>
              <a:t>Estratégia comum: começar com um grupo-piloto de utilizadores e medir adoção/impacto antes de expandir.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Agentes e capacidades avançadas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Word, Excel e PowerPoint Agents são capacidades premium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Requerem uma licença paga Microsoft 365 Copilot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Podem criar ficheiros Word, Excel e PowerPoint usando modelos de IA avançados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Disponibilidade também depende de configuração/administração do tenant</a:t>
            </a:r>
          </a:p>
          <a:p>
            <a:pPr>
              <a:spcAft>
                <a:spcPts val="1200"/>
              </a:spcAft>
              <a:defRPr sz="2000" b="0">
                <a:solidFill>
                  <a:srgbClr val="232D37"/>
                </a:solidFill>
              </a:defRPr>
            </a:pPr>
            <a:r>
              <a:t>Algumas experiências avançadas podem ter regras de utilização ou requisitos próprios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 mensagem para levar da aula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48840"/>
            <a:ext cx="10241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73152" cy="2560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829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B49"/>
                </a:solidFill>
              </a:rPr>
              <a:t>Copilot é um acelerador, não um substituto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32D37"/>
                </a:solidFill>
              </a:rPr>
              <a:t>Use-o para reduzir trabalho repetitivo, explorar informação e criar um primeiro resultado.
Depois: reveja, valide, corrija e decida.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Pergunta final: “Que tarefa repetitiva do meu dia poderia desaparecer com Copilot?”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B49"/>
                </a:solidFill>
              </a:rPr>
              <a:t>Fontes oficiais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6E78"/>
                </a:solidFill>
              </a:rPr>
              <a:t>Consultar preços e funcionalidades antes de uma decisão de licenciamento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Microsoft Portugal — Planos e preços do Microsoft 365 Copilot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Microsoft Portugal — Microsoft 365 Copilot para Empresas</a:t>
            </a:r>
          </a:p>
          <a:p>
            <a:pPr>
              <a:spcAft>
                <a:spcPts val="1200"/>
              </a:spcAft>
              <a:defRPr sz="1900" b="0">
                <a:solidFill>
                  <a:srgbClr val="232D37"/>
                </a:solidFill>
              </a:defRPr>
            </a:pPr>
            <a:r>
              <a:t>Microsoft Learn — Word, Excel e PowerPoint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646E78"/>
                </a:solidFill>
              </a:rPr>
              <a:t>Nota: preços e funcionalidades podem mudar. O material usa os valores publicados pela Microsoft Portugal consultados em 28/09/2026.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09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Microsoft 365 Copilot • AI at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