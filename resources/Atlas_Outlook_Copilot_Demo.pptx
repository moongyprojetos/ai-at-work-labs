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80160"/>
            <a:ext cx="106984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</a:rPr>
              <a:t>Microsoft 365 Copilot no Outlook</a:t>
            </a:r>
          </a:p>
          <a:p>
            <a:pPr>
              <a:spcBef>
                <a:spcPts val="1500"/>
              </a:spcBef>
            </a:pPr>
            <a:r>
              <a:rPr sz="2700">
                <a:solidFill>
                  <a:srgbClr val="D2E6FA"/>
                </a:solidFill>
              </a:rPr>
              <a:t>Demo com a empresa fictícia Atlas</a:t>
            </a:r>
          </a:p>
          <a:p>
            <a:pPr>
              <a:spcBef>
                <a:spcPts val="2400"/>
              </a:spcBef>
            </a:pPr>
            <a:r>
              <a:rPr sz="1800">
                <a:solidFill>
                  <a:srgbClr val="FFFFFF"/>
                </a:solidFill>
              </a:rPr>
              <a:t>Emails • Reuniões • Resumos • Respostas • Preparação de reuniões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42B49"/>
                </a:solidFill>
              </a:rPr>
              <a:t>O cenário da demonstração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46E78"/>
                </a:solidFill>
              </a:rPr>
              <a:t>Uma caixa de entrada fictícia criada especificamente para o workshop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64008" cy="19202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627632"/>
            <a:ext cx="3090672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2B49"/>
                </a:solidFill>
              </a:rPr>
              <a:t>Empresa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232D37"/>
                </a:solidFill>
              </a:rPr>
              <a:t>Atlas — empresa fictícia usada no workshop AI at Work.
Projeto: lançamento de um novo serviço.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463040"/>
            <a:ext cx="64008" cy="192024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1627632"/>
            <a:ext cx="3090672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2B49"/>
                </a:solidFill>
              </a:rPr>
              <a:t>Personagens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232D37"/>
                </a:solidFill>
              </a:rPr>
              <a:t>Mariana Costa — Product Manager
Rui Almeida — Sales Director
Sofia Martins — Finance
Daniel Rocha — Tech Lead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64008" cy="1920240"/>
          </a:xfrm>
          <a:prstGeom prst="rect">
            <a:avLst/>
          </a:prstGeom>
          <a:solidFill>
            <a:srgbClr val="C87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2" y="1627632"/>
            <a:ext cx="3090672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2B49"/>
                </a:solidFill>
              </a:rPr>
              <a:t>Contexto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232D37"/>
                </a:solidFill>
              </a:rPr>
              <a:t>Lançamento Atlas previsto para outubro.
Há emails sobre vendas, produto, orçamento, cliente e tecnologia.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388620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0" y="3886200"/>
            <a:ext cx="64008" cy="17373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0632" y="4050791"/>
            <a:ext cx="3090672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2B49"/>
                </a:solidFill>
              </a:rPr>
              <a:t>Objetivo da demo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232D37"/>
                </a:solidFill>
              </a:rPr>
              <a:t>Mostrar como o Copilot transforma uma caixa de entrada cheia em informação acionável.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8620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886200"/>
            <a:ext cx="64008" cy="173736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4050791"/>
            <a:ext cx="3090672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2B49"/>
                </a:solidFill>
              </a:rPr>
              <a:t>Regra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232D37"/>
                </a:solidFill>
              </a:rPr>
              <a:t>Nenhum email contém dados reais de empresas ou pessoas.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1908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AI at Work • Projeto Atlas • Dados 100% fictícios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42B49"/>
                </a:solidFill>
              </a:rPr>
              <a:t>Caixa de entrada fictícia da Atlas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46E78"/>
                </a:solidFill>
              </a:rPr>
              <a:t>Exemplos de emails que podem existir antes da demonstração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107899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64008" cy="78638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36192"/>
            <a:ext cx="10405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2B49"/>
                </a:solidFill>
              </a:rPr>
              <a:t>Mariana Costa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232D37"/>
                </a:solidFill>
              </a:rPr>
              <a:t>Assunto: Atlas — decisão sobre o lançamento  |  Precisamos fechar hoje a decisão sobre o pacote Enterprise...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04288"/>
            <a:ext cx="107899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304288"/>
            <a:ext cx="64008" cy="786384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468880"/>
            <a:ext cx="10405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2B49"/>
                </a:solidFill>
              </a:rPr>
              <a:t>Rui Almeida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232D37"/>
                </a:solidFill>
              </a:rPr>
              <a:t>Assunto: Cliente Beta — proposta atualizada  |  O cliente pediu revisão do preço e quer resposta até sexta...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236976"/>
            <a:ext cx="107899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236976"/>
            <a:ext cx="64008" cy="786384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401568"/>
            <a:ext cx="10405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2B49"/>
                </a:solidFill>
              </a:rPr>
              <a:t>Sofia Martins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232D37"/>
                </a:solidFill>
              </a:rPr>
              <a:t>Assunto: Orçamento Atlas — Q4  |  O forecast atualizado altera a verba de marketing...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9664"/>
            <a:ext cx="107899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9664"/>
            <a:ext cx="64008" cy="786384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34256"/>
            <a:ext cx="10405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2B49"/>
                </a:solidFill>
              </a:rPr>
              <a:t>Daniel Rocha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232D37"/>
                </a:solidFill>
              </a:rPr>
              <a:t>Assunto: Atlas — risco na integração  |  Identificámos um risco na integração com o fornecedor...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102352"/>
            <a:ext cx="107899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5102352"/>
            <a:ext cx="64008" cy="78638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266944"/>
            <a:ext cx="10405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2B49"/>
                </a:solidFill>
              </a:rPr>
              <a:t>Mariana Costa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232D37"/>
                </a:solidFill>
              </a:rPr>
              <a:t>Assunto: Reunião de lançamento — próximos passos  |  Segue o resumo da reunião e as ações combinadas...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1908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AI at Work • Projeto Atlas • Dados 100% fictícios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42B49"/>
                </a:solidFill>
              </a:rPr>
              <a:t>Demo 1 — Resumir a caixa de entrada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46E78"/>
                </a:solidFill>
              </a:rPr>
              <a:t>Começar por reduzir o volume de informação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50292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64008" cy="3383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581912"/>
            <a:ext cx="4645152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2B49"/>
                </a:solidFill>
              </a:rPr>
              <a:t>Prompt para o Copilot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232D37"/>
                </a:solidFill>
              </a:rPr>
              <a:t>“Analise os emails recentes relacionados com o Projeto Atlas e faça um resumo executivo.
Organize em:
1. decisões
2. problemas/riscos
3. ações pendentes
4. prazos
5. pessoas responsáveis.”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17320"/>
            <a:ext cx="50292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80" y="1417320"/>
            <a:ext cx="64008" cy="338328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1581912"/>
            <a:ext cx="4645152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2B49"/>
                </a:solidFill>
              </a:rPr>
              <a:t>O que queremos obter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232D37"/>
                </a:solidFill>
              </a:rPr>
              <a:t>Decisões que precisam de atenção
Riscos técnicos e comerciais
Tarefas que ainda não têm dono
Deadlines próximos
Links/contexto para voltar aos emails relevantes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1908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AI at Work • Projeto Atlas • Dados 100% fictícios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42B49"/>
                </a:solidFill>
              </a:rPr>
              <a:t>Demo 2 — Encontrar o que merece atenção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46E78"/>
                </a:solidFill>
              </a:rPr>
              <a:t>Passar de “muitos emails” para uma lista de ações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64008" cy="3566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581912"/>
            <a:ext cx="4828032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2B49"/>
                </a:solidFill>
              </a:rPr>
              <a:t>Prompt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232D37"/>
                </a:solidFill>
              </a:rPr>
              <a:t>“Com base nos emails do Projeto Atlas, identifique:
• emails que exigem resposta hoje
• decisões bloqueadas
• riscos com impacto no lançamento
• pedidos de clientes
• tarefas sem responsável claro.”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417320"/>
            <a:ext cx="64008" cy="3566160"/>
          </a:xfrm>
          <a:prstGeom prst="rect">
            <a:avLst/>
          </a:prstGeom>
          <a:solidFill>
            <a:srgbClr val="C87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581912"/>
            <a:ext cx="4828032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2B49"/>
                </a:solidFill>
              </a:rPr>
              <a:t>Pergunta para a turma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232D37"/>
                </a:solidFill>
              </a:rPr>
              <a:t>“O que é mais útil: um resumo de todos os emails ou uma lista do que precisa da minha atenção?”
Use a resposta para introduzir a diferença entre resumir informação e apoiar decisões.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1908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AI at Work • Projeto Atlas • Dados 100% fictícios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42B49"/>
                </a:solidFill>
              </a:rPr>
              <a:t>Demo 3 — Preparar uma resposta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46E78"/>
                </a:solidFill>
              </a:rPr>
              <a:t>Copilot como primeiro rascunho, não como piloto automático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1208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64008" cy="36576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581912"/>
            <a:ext cx="4828032" cy="340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2B49"/>
                </a:solidFill>
              </a:rPr>
              <a:t>Email selecionado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232D37"/>
                </a:solidFill>
              </a:rPr>
              <a:t>De: Rui Almeida
Assunto: Cliente Beta — proposta atualizada
“O cliente quer uma redução de 8% e confirmação de entrega até 15/10. Conseguimos manter a margem com o novo volume?”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1208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417320"/>
            <a:ext cx="64008" cy="36576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581912"/>
            <a:ext cx="4828032" cy="340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2B49"/>
                </a:solidFill>
              </a:rPr>
              <a:t>Prompt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232D37"/>
                </a:solidFill>
              </a:rPr>
              <a:t>“Prepare uma resposta ao Rui.
Tom: profissional e direto.
Diga que vamos validar a margem com Financeiro antes de confirmar o desconto.
Proponha uma resposta ao cliente até quinta-feira.”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1908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AI at Work • Projeto Atlas • Dados 100% fictícios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42B49"/>
                </a:solidFill>
              </a:rPr>
              <a:t>Demo 4 — Preparar uma reunião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46E78"/>
                </a:solidFill>
              </a:rPr>
              <a:t>Chegar à reunião com contexto em vez de procurar informação durante 20 minutos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1208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64008" cy="36576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581912"/>
            <a:ext cx="4828032" cy="340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2B49"/>
                </a:solidFill>
              </a:rPr>
              <a:t>Reunião fictícia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232D37"/>
                </a:solidFill>
              </a:rPr>
              <a:t>Reunião: Atlas — Launch Readiness
Participantes:
Mariana, Rui, Sofia e Daniel
Objetivo:
Decidir se o lançamento de outubro mantém o calendário atual.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1208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417320"/>
            <a:ext cx="64008" cy="36576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581912"/>
            <a:ext cx="4828032" cy="340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2B49"/>
                </a:solidFill>
              </a:rPr>
              <a:t>Prompt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232D37"/>
                </a:solidFill>
              </a:rPr>
              <a:t>“Prepare-me para esta reunião usando os emails e informações disponíveis sobre o Projeto Atlas.
Mostre:
• decisões pendentes
• riscos
• argumentos de cada área
• números importantes
• perguntas que devo fazer.”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1908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AI at Work • Projeto Atlas • Dados 100% fictícios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42B49"/>
                </a:solidFill>
              </a:rPr>
              <a:t>Demo 5 — Depois da reunião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46E78"/>
                </a:solidFill>
              </a:rPr>
              <a:t>Transformar informação em follow-up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1208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64008" cy="36576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581912"/>
            <a:ext cx="4828032" cy="340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2B49"/>
                </a:solidFill>
              </a:rPr>
              <a:t>Prompt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232D37"/>
                </a:solidFill>
              </a:rPr>
              <a:t>“Com base no contexto desta reunião e nos emails relacionados, crie um email de follow-up.
Inclua:
• decisões tomadas
• ações
• responsável por cada ação
• prazo
• riscos ainda em aberto.”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1208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417320"/>
            <a:ext cx="64008" cy="3657600"/>
          </a:xfrm>
          <a:prstGeom prst="rect">
            <a:avLst/>
          </a:prstGeom>
          <a:solidFill>
            <a:srgbClr val="C87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581912"/>
            <a:ext cx="4828032" cy="340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2B49"/>
                </a:solidFill>
              </a:rPr>
              <a:t>Resultado esperado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232D37"/>
                </a:solidFill>
              </a:rPr>
              <a:t>Um email que possa ser revisto rapidamente e enviado depois da validação.
⚠️ O utilizador continua responsável por verificar se decisões, nomes, datas e compromissos estão corretos.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1908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AI at Work • Projeto Atlas • Dados 100% fictícios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42B49"/>
                </a:solidFill>
              </a:rPr>
              <a:t>Demo 6 — Fazer perguntas sobre o 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46E78"/>
                </a:solidFill>
              </a:rPr>
              <a:t>Uma das experiências mais interessantes para mostrar ao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</a:defRPr>
            </a:pPr>
            <a:r>
              <a:t>“Qual foi a última posição da equipa sobre o lançamento do Atlas?”</a:t>
            </a:r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</a:defRPr>
            </a:pPr>
            <a:r>
              <a:t>“Que problemas o Daniel identificou na integração?”</a:t>
            </a:r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</a:defRPr>
            </a:pPr>
            <a:r>
              <a:t>“O que o cliente Beta pediu na última troca de emails?”</a:t>
            </a:r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</a:defRPr>
            </a:pPr>
            <a:r>
              <a:t>“Quais são os assuntos que ainda precisam de decisão da Mariana?”</a:t>
            </a:r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</a:defRPr>
            </a:pPr>
            <a:r>
              <a:t>“Existem compromissos com clientes que vencem esta semana?”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AI at Work • Projeto Atlas • Dados 100% fictícios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42B49"/>
                </a:solidFill>
              </a:rPr>
              <a:t>Limitações que vale a pena demonstrar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46E78"/>
                </a:solidFill>
              </a:rPr>
              <a:t>A demo fica mais realista quando mostramos também o que pode dar errado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Copilot pode interpretar incorretamente um email ou contexto — valide antes de agir.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Resumos podem omitir nuances importantes.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Uma resposta gerada não deve ser enviada automaticamente sem revisão.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Resultados dependem do conteúdo disponível e das permissões do utilizador.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Um prompt específico tende a produzir resultados mais úteis do que “faça um resumo”.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Copilot não substitui políticas de segurança, retenção, classificação e governance da organização.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AI at Work • Projeto Atlas • Dados 100% fictícios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42B49"/>
                </a:solidFill>
              </a:rPr>
              <a:t>Evoluir o prompt durante a aula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46E78"/>
                </a:solidFill>
              </a:rPr>
              <a:t>Uma boa demonstração mostra que o resultado melhora quando damos contexto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74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64008" cy="3383280"/>
          </a:xfrm>
          <a:prstGeom prst="rect">
            <a:avLst/>
          </a:prstGeom>
          <a:solidFill>
            <a:srgbClr val="64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81912"/>
            <a:ext cx="3090672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2B49"/>
                </a:solidFill>
              </a:rPr>
              <a:t>1 — Genérico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232D37"/>
                </a:solidFill>
              </a:rPr>
              <a:t>“Resuma os emails sobre Atlas.”
Resultado: resumo geral.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17320"/>
            <a:ext cx="3474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417320"/>
            <a:ext cx="64008" cy="3383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581912"/>
            <a:ext cx="3090672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2B49"/>
                </a:solidFill>
              </a:rPr>
              <a:t>2 — Estruturado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232D37"/>
                </a:solidFill>
              </a:rPr>
              <a:t>“Resuma decisões, riscos, ações e prazos.”
Resultado: informação mais acionável.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17320"/>
            <a:ext cx="3474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417320"/>
            <a:ext cx="64008" cy="338328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2" y="1581912"/>
            <a:ext cx="3090672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2B49"/>
                </a:solidFill>
              </a:rPr>
              <a:t>3 — Orientado à tarefa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232D37"/>
                </a:solidFill>
              </a:rPr>
              <a:t>“Tenho reunião em 30 min. Diga-me o que preciso saber e quais perguntas devo fazer.”
Resultado: contexto adaptado à necessidade.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1908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AI at Work • Projeto Atlas • Dados 100% fictícios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Exercício para os formandos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024128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64008" cy="3108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" y="1993392"/>
            <a:ext cx="9857232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2B49"/>
                </a:solidFill>
              </a:rPr>
              <a:t>Desafio Atlas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232D37"/>
                </a:solidFill>
              </a:rPr>
              <a:t>Imagine que acabou de chegar ao trabalho e tem 25 novos emails.
Peça ao Copilot para:
1. encontrar o que é urgente;
2. resumir os principais assuntos;
3. preparar uma resposta a um email;
4. preparar uma reunião;
5. criar o follow-up.
Depois compare: o que o Copilot fez bem? O que precisou de validação humana?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42B49"/>
                </a:solidFill>
              </a:rPr>
              <a:t>Notas do instrutor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46E78"/>
                </a:solidFill>
              </a:rPr>
              <a:t>Material preparado para demonstração; não representa uma caixa de correio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Todos os nomes, emails, clientes, decisões, datas e conteúdos deste deck são fictícios.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Use os slides como roteiro e, durante a aula, reproduza os prompts no ambiente de demonstração disponível.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Se alguma funcionalidade não estiver disponível no tenant de demonstração, explique que a disponibilidade depende da licença, configuração e versão do Microsoft 365.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Evite mostrar dados pessoais, emails reais, nomes de clientes ou informação confidencial dos formandos.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AI at Work • Projeto Atlas • Dados 100% fictícios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