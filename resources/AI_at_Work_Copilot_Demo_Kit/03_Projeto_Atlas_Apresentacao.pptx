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Projeto Atlas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Modernização da Plataforma de Atendimento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Plataforma atual com componentes legados</a:t>
            </a:r>
          </a:p>
          <a:p>
            <a:pPr>
              <a:defRPr sz="2200"/>
            </a:pPr>
            <a:r>
              <a:t>14 integrações com sistemas externos</a:t>
            </a:r>
          </a:p>
          <a:p>
            <a:pPr>
              <a:defRPr sz="2200"/>
            </a:pPr>
            <a:r>
              <a:t>Processos parcialmente manuais</a:t>
            </a:r>
          </a:p>
          <a:p>
            <a:pPr>
              <a:defRPr sz="2200"/>
            </a:pPr>
            <a:r>
              <a:t>Relatórios operacionais preparados semanalmente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Tempo médio de resposta: 18 horas</a:t>
            </a:r>
          </a:p>
          <a:p>
            <a:pPr>
              <a:defRPr sz="2200"/>
            </a:pPr>
            <a:r>
              <a:t>22% dos pedidos requerem intervenção manual adicional</a:t>
            </a:r>
          </a:p>
          <a:p>
            <a:pPr>
              <a:defRPr sz="2200"/>
            </a:pPr>
            <a:r>
              <a:t>Dificuldade em obter métricas consistentes</a:t>
            </a:r>
          </a:p>
          <a:p>
            <a:pPr>
              <a:defRPr sz="2200"/>
            </a:pPr>
            <a:r>
              <a:t>30% do esforço mensal da equipa técnica é operacional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Reduzir o tempo médio de resposta em pelo menos 30%</a:t>
            </a:r>
          </a:p>
          <a:p>
            <a:pPr>
              <a:defRPr sz="2200"/>
            </a:pPr>
            <a:r>
              <a:t>Automatizar tarefas repetitivas</a:t>
            </a:r>
          </a:p>
          <a:p>
            <a:pPr>
              <a:defRPr sz="2200"/>
            </a:pPr>
            <a:r>
              <a:t>Centralizar métricas</a:t>
            </a:r>
          </a:p>
          <a:p>
            <a:pPr>
              <a:defRPr sz="2200"/>
            </a:pPr>
            <a:r>
              <a:t>Reduzir integrações ponto a ponto</a:t>
            </a:r>
          </a:p>
          <a:p>
            <a:pPr>
              <a:defRPr sz="2200"/>
            </a:pPr>
            <a:r>
              <a:t>Preparar a plataforma para futuras capacidades de 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Solução proposta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Modernização incremental</a:t>
            </a:r>
          </a:p>
          <a:p>
            <a:pPr>
              <a:defRPr sz="2200"/>
            </a:pPr>
            <a:r>
              <a:t>Camada de integração centralizada</a:t>
            </a:r>
          </a:p>
          <a:p>
            <a:pPr>
              <a:defRPr sz="2200"/>
            </a:pPr>
            <a:r>
              <a:t>Migração progressiva dos processos prioritários</a:t>
            </a:r>
          </a:p>
          <a:p>
            <a:pPr>
              <a:defRPr sz="2200"/>
            </a:pPr>
            <a:r>
              <a:t>Modelo analítico comum para dashboards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Descoberta — 2 semanas</a:t>
            </a:r>
          </a:p>
          <a:p>
            <a:pPr>
              <a:defRPr sz="2200"/>
            </a:pPr>
            <a:r>
              <a:t>Fundação — 4 semanas</a:t>
            </a:r>
          </a:p>
          <a:p>
            <a:pPr>
              <a:defRPr sz="2200"/>
            </a:pPr>
            <a:r>
              <a:t>Migração piloto — 6 semanas</a:t>
            </a:r>
          </a:p>
          <a:p>
            <a:pPr>
              <a:defRPr sz="2200"/>
            </a:pPr>
            <a:r>
              <a:t>Expansão — 8 semanas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Disponibilidade das equipas</a:t>
            </a:r>
          </a:p>
          <a:p>
            <a:pPr>
              <a:defRPr sz="2200"/>
            </a:pPr>
            <a:r>
              <a:t>Integrações legadas</a:t>
            </a:r>
          </a:p>
          <a:p>
            <a:pPr>
              <a:defRPr sz="2200"/>
            </a:pPr>
            <a:r>
              <a:t>Qualidade dos dados</a:t>
            </a:r>
          </a:p>
          <a:p>
            <a:pPr>
              <a:defRPr sz="2200"/>
            </a:pPr>
            <a:r>
              <a:t>Adoção pelos utilizadores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Próximos passos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Validar escopo da descoberta</a:t>
            </a:r>
          </a:p>
          <a:p>
            <a:pPr>
              <a:defRPr sz="2200"/>
            </a:pPr>
            <a:r>
              <a:t>Nomear responsáveis</a:t>
            </a:r>
          </a:p>
          <a:p>
            <a:pPr>
              <a:defRPr sz="2200"/>
            </a:pPr>
            <a:r>
              <a:t>Confirmar acessos</a:t>
            </a:r>
          </a:p>
          <a:p>
            <a:pPr>
              <a:defRPr sz="2200"/>
            </a:pPr>
            <a:r>
              <a:t>Definir critérios de sucesso</a:t>
            </a:r>
          </a:p>
          <a:p>
            <a:pPr>
              <a:defRPr sz="2200"/>
            </a:pPr>
            <a:r>
              <a:t>Agendar workshop de arquitetura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Pergunta para a direção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Qual deve ser o critério principal de sucesso do piloto?</a:t>
            </a:r>
          </a:p>
          <a:p>
            <a:pPr>
              <a:defRPr sz="2200"/>
            </a:pPr>
            <a:r>
              <a:t>Redução do tempo de resposta?</a:t>
            </a:r>
          </a:p>
          <a:p>
            <a:pPr>
              <a:defRPr sz="2200"/>
            </a:pPr>
            <a:r>
              <a:t>Redução do esforço operacional?</a:t>
            </a:r>
          </a:p>
          <a:p>
            <a:pPr>
              <a:defRPr sz="2200"/>
            </a:pPr>
            <a:r>
              <a:t>Melhoria da satisfação do cliente?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